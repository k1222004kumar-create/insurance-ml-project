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112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83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I am presenting my Medical Insurance Machine Learning project. I built Linear Regression to predict insurance charges and Logistic Regression to predict smoking status. I will briefly explain my dataset, methods, results, and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a medical insurance dataset with seven columns. I found one duplicate, so I worked with 1,337 cleaned records. My first goal was to predict insurance charges; my second was to classify smoking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explored the dataset using plots and checked data quality. I noticed that smokers generally had higher insurance charges. Then I encoded categorical columns, scaled numerical inputs, and split the data 80:20. I fitted preprocessing only on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trained Linear Regression to predict insurance charges from six features. My model achieved an R-squared score of 0.8069, meaning it explained about 80.69 percent of variation in test-set charges. My mean absolute error was about 4,177 charge units. R-squared is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Logistic Regression to classify smoking status. My model achieved 96.27 percent accuracy on the test set. It correctly classified 258 out of 268 people. I also checked precision, recall, and F1 score because my dataset has more non-smokers. Charges was one of my predictors, so I interpret this result in that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addressed four important technical challenges. I removed a duplicate row, converted categories into numbers, standardized numerical features, and avoided test leakage. For classification, I also preserved class proportions with stratified splitting. These were data-processing challenges, not necessarily Python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conclude, I completed an end-to-end machine learning project. I achieved an R-squared score of 0.8069 for predicting charges and 96.27 percent accuracy for smoking-status classification. I learned the importance of preprocessing, avoiding leakage, and choosing the right metrics. Thank you. I am happy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t>Medical Insurance ML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30C7E5"/>
                </a:solidFill>
                <a:latin typeface="Aptos"/>
              </a:defRPr>
            </a:pPr>
            <a:r>
              <a:t>Predicting insurance charges and smoking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26080"/>
            <a:ext cx="10744200" cy="14173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0F7FF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0F7FF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1005840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0B8D0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IN" dirty="0"/>
              <a:t>K. </a:t>
            </a:r>
            <a:r>
              <a:rPr lang="en-IN" dirty="0" err="1"/>
              <a:t>Vandan</a:t>
            </a:r>
            <a:r>
              <a:rPr lang="en-IN" dirty="0"/>
              <a:t> Kumar</a:t>
            </a:r>
            <a:r>
              <a:rPr dirty="0"/>
              <a:t>    •  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t>Dataset &amp; 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2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257800" cy="32461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2194560"/>
            <a:ext cx="64008" cy="411480"/>
          </a:xfrm>
          <a:prstGeom prst="round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76272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MY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70916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1,338 original records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1 duplicate removed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1,337 cleaned records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7 columns: age, sex, BMI, children, smoker, region, charges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65960"/>
            <a:ext cx="5440680" cy="32461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2194560"/>
            <a:ext cx="64008" cy="411480"/>
          </a:xfrm>
          <a:prstGeom prst="roundRect">
            <a:avLst/>
          </a:prstGeom>
          <a:solidFill>
            <a:srgbClr val="45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176272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TWO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43200"/>
            <a:ext cx="48920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1. Predict charges (Linear Regression)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endParaRPr/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2. Predict smoker / non-smoker (Logistic Regression)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t>EDA &amp; Preprocessing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3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47672"/>
            <a:ext cx="5257800" cy="3474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2176272"/>
            <a:ext cx="64008" cy="411480"/>
          </a:xfrm>
          <a:prstGeom prst="round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57984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EXPLORATORY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47091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I checked missing values and duplicates.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I explored distributions and feature relationships.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Smoking status was strongly associated with charges.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47672"/>
            <a:ext cx="5440680" cy="3474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2176272"/>
            <a:ext cx="64008" cy="411480"/>
          </a:xfrm>
          <a:prstGeom prst="roundRect">
            <a:avLst/>
          </a:prstGeom>
          <a:solidFill>
            <a:srgbClr val="45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157984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24912"/>
            <a:ext cx="489204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One-Hot Encoding for categories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StandardScaler for numerical features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80% training / 20% testing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Training-only fitting to avoid test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MODEL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t>Linear Regression — Predicting Charges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4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93392"/>
            <a:ext cx="5212080" cy="33375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2221992"/>
            <a:ext cx="64008" cy="411480"/>
          </a:xfrm>
          <a:prstGeom prst="round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203704"/>
            <a:ext cx="46634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MODEL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70632"/>
            <a:ext cx="466344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Inputs: age, sex, BMI, children, smoker, region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Target: insurance charges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I compared predictions against actual charges.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93392"/>
            <a:ext cx="5440680" cy="33375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30C7E5"/>
                </a:solidFill>
                <a:latin typeface="Aptos"/>
              </a:defRPr>
            </a:pPr>
            <a:r>
              <a:t>R²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200" b="1">
                <a:solidFill>
                  <a:srgbClr val="F0F7FF"/>
                </a:solidFill>
                <a:latin typeface="Aptos"/>
              </a:defRPr>
            </a:pPr>
            <a:r>
              <a:t>0.8069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MAE  4,177.05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RMSE  5,956.34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69280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5D7AE"/>
                </a:solidFill>
                <a:latin typeface="Aptos"/>
              </a:defRPr>
            </a:pPr>
            <a:r>
              <a:t>~80.69% of test-set variation explained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MODEL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rPr dirty="0"/>
              <a:t>Logistic Regression — Smoking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5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0881360" cy="1024128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5856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Target: 0 = Non-smoker     •     1 = Smoker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2514600" cy="15087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0C7E5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91363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0F7FF"/>
                </a:solidFill>
                <a:latin typeface="Aptos"/>
              </a:defRPr>
            </a:pPr>
            <a:r>
              <a:t>96.27%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246120"/>
            <a:ext cx="2514600" cy="15087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11880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0C7E5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91363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0F7FF"/>
                </a:solidFill>
                <a:latin typeface="Aptos"/>
              </a:defRPr>
            </a:pPr>
            <a:r>
              <a:t>92.45%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46120"/>
            <a:ext cx="2514600" cy="15087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0C7E5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1363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0F7FF"/>
                </a:solidFill>
                <a:latin typeface="Aptos"/>
              </a:defRPr>
            </a:pPr>
            <a:r>
              <a:t>89.09%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3246120"/>
            <a:ext cx="2514600" cy="15087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19" y="35204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0C7E5"/>
                </a:solidFill>
                <a:latin typeface="Aptos"/>
              </a:defRPr>
            </a:pPr>
            <a: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391363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0F7FF"/>
                </a:solidFill>
                <a:latin typeface="Aptos"/>
              </a:defRPr>
            </a:pPr>
            <a:r>
              <a:t>90.74%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951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5D7AE"/>
                </a:solidFill>
                <a:latin typeface="Aptos"/>
              </a:defRPr>
            </a:pPr>
            <a:r>
              <a:t>Confusion matrix: 209 TN  •  49 TP  •  4 FP  •  6 FN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0B8D0"/>
                </a:solidFill>
                <a:latin typeface="Aptos"/>
              </a:defRPr>
            </a:pPr>
            <a:r>
              <a:t>Note: insurance charges were included as a predictor.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PROBLEM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t>Challenges I Faced &amp; My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6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440680" cy="16459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C7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29967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0F7FF"/>
                </a:solidFill>
                <a:latin typeface="Aptos"/>
              </a:defRPr>
            </a:pPr>
            <a:r>
              <a:t>Duplicate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3347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8D0"/>
                </a:solidFill>
                <a:latin typeface="Aptos"/>
              </a:defRPr>
            </a:pPr>
            <a:r>
              <a:t>I removed 1 repeated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874519"/>
            <a:ext cx="5440680" cy="16459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2057400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C7E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029967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0F7FF"/>
                </a:solidFill>
                <a:latin typeface="Aptos"/>
              </a:defRPr>
            </a:pPr>
            <a:r>
              <a:t>Categorical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33472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8D0"/>
                </a:solidFill>
                <a:latin typeface="Aptos"/>
              </a:defRPr>
            </a:pPr>
            <a:r>
              <a:t>I applied One-Hot Encoding.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67328"/>
            <a:ext cx="5440680" cy="16459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95020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C7E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22776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0F7FF"/>
                </a:solidFill>
                <a:latin typeface="Aptos"/>
              </a:defRPr>
            </a:pPr>
            <a:r>
              <a:t>Different feature scales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52628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8D0"/>
                </a:solidFill>
                <a:latin typeface="Aptos"/>
              </a:defRPr>
            </a:pPr>
            <a:r>
              <a:t>I used StandardScaler.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767328"/>
            <a:ext cx="5440680" cy="16459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3950208"/>
            <a:ext cx="594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0C7E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922776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0F7FF"/>
                </a:solidFill>
                <a:latin typeface="Aptos"/>
              </a:defRPr>
            </a:pPr>
            <a:r>
              <a:t>Class imbalance &amp; leakage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52628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0B8D0"/>
                </a:solidFill>
                <a:latin typeface="Aptos"/>
              </a:defRPr>
            </a:pPr>
            <a:r>
              <a:t>I stratified the split and fitted on training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38912" cy="54864"/>
          </a:xfrm>
          <a:prstGeom prst="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0C7E5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33271"/>
            <a:ext cx="10972800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0F7FF"/>
                </a:solidFill>
                <a:latin typeface="Aptos"/>
              </a:defRPr>
            </a:pPr>
            <a:r>
              <a:t>My Conclusion &amp; Q&amp;A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18504"/>
            <a:ext cx="10881360" cy="16459"/>
          </a:xfrm>
          <a:prstGeom prst="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37376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A0B8D0"/>
                </a:solidFill>
                <a:latin typeface="Aptos"/>
              </a:defRPr>
            </a:pPr>
            <a:r>
              <a:t>MEDICAL INSURANCE  • 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9944"/>
            <a:ext cx="640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800"/>
              </a:spcAft>
              <a:defRPr sz="1100" b="1">
                <a:solidFill>
                  <a:srgbClr val="30C7E5"/>
                </a:solidFill>
                <a:latin typeface="Aptos"/>
              </a:defRPr>
            </a:pPr>
            <a:r>
              <a:t>7 /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5257800" cy="3429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59" y="2167128"/>
            <a:ext cx="64008" cy="411480"/>
          </a:xfrm>
          <a:prstGeom prst="roundRect">
            <a:avLst/>
          </a:prstGeom>
          <a:solidFill>
            <a:srgbClr val="45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2148840"/>
            <a:ext cx="47091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WHAT I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15768"/>
            <a:ext cx="47091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Linear Regression: R² = 0.8069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Logistic Regression: Accuracy = 96.27%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I completed EDA, preprocessing, modeling, and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38528"/>
            <a:ext cx="5440680" cy="3429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2167128"/>
            <a:ext cx="64008" cy="411480"/>
          </a:xfrm>
          <a:prstGeom prst="roundRect">
            <a:avLst/>
          </a:prstGeom>
          <a:solidFill>
            <a:srgbClr val="30C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2148840"/>
            <a:ext cx="489204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0F7FF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489204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Data quality matters.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Preprocessing must avoid leakage.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Different tasks need different metrics.</a:t>
            </a:r>
          </a:p>
          <a:p>
            <a:pPr>
              <a:spcAft>
                <a:spcPts val="800"/>
              </a:spcAft>
              <a:defRPr sz="1600" b="0">
                <a:solidFill>
                  <a:srgbClr val="A0B8D0"/>
                </a:solidFill>
                <a:latin typeface="Aptos"/>
              </a:defRPr>
            </a:pPr>
            <a:r>
              <a:t>Future: cross-validation and new datasets.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50992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2300" b="1">
                <a:solidFill>
                  <a:srgbClr val="30C7E5"/>
                </a:solidFill>
                <a:latin typeface="Aptos"/>
              </a:defRPr>
            </a:pPr>
            <a:r>
              <a:t>Thank you!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739</Words>
  <Application>Microsoft Office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VANDAN KUMAR</dc:creator>
  <cp:keywords/>
  <dc:description>generated using python-pptx</dc:description>
  <cp:lastModifiedBy>VANDAN KUMAR</cp:lastModifiedBy>
  <cp:revision>2</cp:revision>
  <dcterms:created xsi:type="dcterms:W3CDTF">2013-01-27T09:14:16Z</dcterms:created>
  <dcterms:modified xsi:type="dcterms:W3CDTF">2026-10-12T13:52:21Z</dcterms:modified>
  <cp:category/>
</cp:coreProperties>
</file>